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389120" cy="4389120"/>
          </a:xfrm>
          <a:prstGeom prst="ellipse">
            <a:avLst/>
          </a:prstGeom>
          <a:solidFill>
            <a:srgbClr val="163B57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163B5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STUDY · 진행 현황 보고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스터디 진행 현황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Context Protocol — 공식 강의 + 직접 실습 기반 커리큘럼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4114800"/>
            <a:ext cx="219456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 →  Tool Calling  →  MCP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github.com/Delpiero21/ai_study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&amp; 목표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MCP인가, 무엇을 목표로 하나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MCP란?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앱을 외부 도구·데이터에 연결하는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표준 프로토콜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 "AI 앱의 USB-C 포트"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N×M 통합 문제를 N+M 으로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한 번 만들면 어느 클라이언트든 재사용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Anthropic이 2024.11 공개, 빠르게 표준화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55080" y="1554480"/>
            <a:ext cx="5285232" cy="4480560"/>
          </a:xfrm>
          <a:prstGeom prst="roundRect">
            <a:avLst>
              <a:gd name="adj" fmla="val 2041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스터디 목표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75120" y="23774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MCP를 "쓰는" 수준이 아니라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만들고 연결하는 수준까지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12280" y="3383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 = API 서버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= tool calling의 표준화 레이어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두 선수지식을 먼저 다진 뒤 MCP 본체로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LEARNING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학습 흐름 — 세 단계가 쌓인다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5146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25786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552" y="3429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외부에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노출하는 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4526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HTTP · JSON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05072" y="3108960"/>
            <a:ext cx="566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590288" y="219456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0328" y="251460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4910328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687568" y="25786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Calling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37760" y="3429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그 기능을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사용하는 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4526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loop · LangGraph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3108960"/>
            <a:ext cx="566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8540496" y="219456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860536" y="2514600"/>
            <a:ext cx="640080" cy="64008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20" name="Text 18"/>
          <p:cNvSpPr/>
          <p:nvPr/>
        </p:nvSpPr>
        <p:spPr>
          <a:xfrm>
            <a:off x="8860536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37776" y="25786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887968" y="3429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연결 방식을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표준화한 것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87968" y="4526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D3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· 클라이언트 · 프리미티브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단계의 실습 결과물이 다음 단계에서 그대로 재사용된다.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학습법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방식 — 강의 → 실습 → 보충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46888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3383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강의로 개념 잡기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4114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공식 영상으로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그림 + 핵심 개념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5138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· 약 1.5시간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9704" y="210312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55464" y="2468880"/>
            <a:ext cx="777240" cy="7772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4855464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55464" y="3383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실습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55464" y="4114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examples를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작성·실행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55464" y="5138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· 본인 페이스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39328" y="210312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05088" y="2468880"/>
            <a:ext cx="777240" cy="77724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8" name="Text 16"/>
          <p:cNvSpPr/>
          <p:nvPr/>
        </p:nvSpPr>
        <p:spPr>
          <a:xfrm>
            <a:off x="8705088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705088" y="3383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자료로 보충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705088" y="4114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막히는 개념만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자료로 확인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05088" y="5138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· 필요 시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강의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— 공식 강의 (입문 → 정석)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526280"/>
          </a:xfrm>
          <a:prstGeom prst="roundRect">
            <a:avLst>
              <a:gd name="adj" fmla="val 202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먼저 — 입문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Academy: Intro to MCP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직접 제작 · 가볍고 짧음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프리미티브(Tools·Resources·Prompts) 중심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번역 자막 활용 가능 → 부담 적음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394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 없이 전체 그림 잡기 (워밍업)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285232" cy="4526280"/>
          </a:xfrm>
          <a:prstGeom prst="roundRect">
            <a:avLst>
              <a:gd name="adj" fmla="val 2020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그다음 — 정석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22402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DeepLearning.AI × Anthropic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0" y="2743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D3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MCP: Build Rich-Context AI Apps · 12강 약 1.5시간 · 영어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12280" y="32918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서버·클라이언트 직접 제작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서버 연결 · 프리미티브 확장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 등록 · 원격 배포까지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12280" y="5440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D3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"정석"은 DeepLearning.AI, 입문은 Academy로 먼저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실습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— 직접 실습 (저장소 examples)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39112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391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8928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/ FastAPI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3500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서버의 기반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120640" y="16916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 FastAPI · Todo CRUD API · httpx 클라이언트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456432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564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3310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Tool Calling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7673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 원리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120640" y="310896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agentic loop · LangGraph 재구성 · prebuilt 비교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873752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8737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200" y="47274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 제작·연결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51846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본체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20640" y="45262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서버 · Inspector · Claude 연결 · Todo→MCP · LangGraph+MCP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 결과물을 다음 단계에서 재사용 — 1단계 Todo API가 3단계에서 MCP 서버가 된다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자료 / 산출물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보충 자료 &amp; GitHub 산출물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보충 (필요 시)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문서 = 정답지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modelcontextprotocol.io (크롬 자동번역)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테디노트 MCP 가이드 (WikiDocs)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클로드 코드 입문/가이드 (WikiDocs)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조코딩 유튜브 (입문)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486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명령어·설정은 공식 문서로 교차 확인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76672" cy="4480560"/>
          </a:xfrm>
          <a:prstGeom prst="roundRect">
            <a:avLst>
              <a:gd name="adj" fmla="val 2041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구조 (작성 완료)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4231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CURRICULUM.md      3단계 통합 커리큘럼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STUDY-PLAN.md      진행 계획(공유용)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examples/          실행 가능한 코드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01-fastapi/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02-tool-calling/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 03-mcp/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5440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D3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 → 첫 화면에서 바로 진입 가능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자료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실습 프로젝트 — MCP Chat (cli_project)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DeepLearning.AI 강의의 공식 실습 코드. starter의 빈칸을 채우며 서버·클라이언트를 직접 구현한다.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3840480"/>
          </a:xfrm>
          <a:prstGeom prst="roundRect">
            <a:avLst>
              <a:gd name="adj" fmla="val 238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77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cli_project  (starter)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채우는 실습장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mcp_server.py — 도구·리소스·프롬프트 (TODO)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mcp_client.py — list_tools / call_tool (TODO)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mcp dev 로 Inspector 검증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2148840"/>
            <a:ext cx="5285232" cy="3840480"/>
          </a:xfrm>
          <a:prstGeom prst="roundRect">
            <a:avLst>
              <a:gd name="adj" fmla="val 2381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2377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cli_project_COMPLETE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0" y="2834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비교용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12280" y="333756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6개 모두 구현된 완성본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Inspector에 도구·리소스·프롬프트 표시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 같은 파일로 정답 확인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163B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&amp; 다음 단계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소요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163B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1284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3주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1시간 기준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0" y="201168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163B57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221284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1.5주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206240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2시간 기준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설정(Python·Node·API 키)은 첫 세션 전 각자 준비 → 일정 단축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63840" y="2011680"/>
            <a:ext cx="3749040" cy="4023360"/>
          </a:xfrm>
          <a:prstGeom prst="roundRect">
            <a:avLst>
              <a:gd name="adj" fmla="val 2439"/>
            </a:avLst>
          </a:prstGeom>
          <a:solidFill>
            <a:srgbClr val="163B57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83880" y="27889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발급 + 소액 충전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강의 수강 시작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cli_project 서버 TODO 채우기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Inspector로 검증 → Claude 연결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스터디 진행 현황</dc:title>
  <dc:subject>PptxGenJS Presentation</dc:subject>
  <dc:creator>AI Study</dc:creator>
  <cp:lastModifiedBy>AI Study</cp:lastModifiedBy>
  <cp:revision>1</cp:revision>
  <dcterms:created xsi:type="dcterms:W3CDTF">2026-06-28T03:14:10Z</dcterms:created>
  <dcterms:modified xsi:type="dcterms:W3CDTF">2026-06-28T03:14:10Z</dcterms:modified>
</cp:coreProperties>
</file>