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CONTEXT PROTOCOL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핵심 정리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문서 기준으로 정리한 개념·구조·활용·보안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modelcontextprotocol.io/docs/getting-started/intro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MCP의 탄생과 이해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MCP가 필요한가?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698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지금까지: LLM에 프롬프트로 질문하거나, 파일·이미지를 직접 업로드하는 것이 전부였다.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한계: 매번 사람이 자료를 넣어줘야 하고, 외부 도구·데이터와는 연결되지 않는다.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AI가 내 캘린더·Notion·DB에 직접 연결될 수는 없을까?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480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 연결을 표준화한 것이 MCP.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MCP란 무엇인가?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698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MCP(Model Context Protocol) = AI 애플리케이션을 외부 시스템에 연결하는 오픈소스 표준.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대상: 데이터 소스(파일·DB) · 도구(검색·계산) · 워크플로(특화 프롬프트).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비유: "AI 애플리케이션을 위한 USB-C 포트" — 표준 하나로 어디에나 연결한다.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뜯어보기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· Context · Protocol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32104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Model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언어 모델(LLM) — 예: Claude, GPT, Gemini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Context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작업에 필요한 배경정보·환경 (데이터, 도구, 작업 상태, 리소스)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Protocol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표준화된 통신 규칙과 절차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등장 배경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표준이 필요했나 — N×M 문제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698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전: M개 LLM × N개 도구 = M×N개의 개별 연동을 각각 구현해야 했다.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서비스마다 도구 스키마·함수를 직접 작성·유지 → 유지보수 부담이 폭발.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이후: 한 번 만들면 어디서나 재사용 (N+M).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480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"build once, integrate everywhere" — 한 번 만들면 어디서나 통합.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MCP의 등장과 확산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86968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2024.11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Anthropic이 MCP를 오픈소스로 공개 (개발자 커뮤니티의 실제 니즈 반영)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· Google · Microsoft 등 주요 AI 기업이 잇따라 채택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· ChatGPT · VS Code · Cursor 등 폭넓게 지원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120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특정 회사의 기술이 아니라 업계 공통 표준으로 자리잡음.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달라졌나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이전 vs 이후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이전 (복잡)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이후 (단순)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468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DB 연결 함수 작성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쿼리 생성 함수 작성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결과 포맷 함수 작성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에러 핸들링 구현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AI 도구별로 각각 설정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서버 연결 한 번으로 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"지난 주 가장 많이 팔린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 10개 보여줘"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아키텍처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MCP의 3요소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1381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Host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사용자와 LLM을 담은 앱 본체 (지휘관)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Client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Host 안에서 서버와 1:1로 통신하는 중개자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Server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도구·데이터를 제공하는 쪽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029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관계:  Host ⊃ Client  →(통신)→  Server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아키텍처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아키텍처 — 공식 다이어그램</a:t>
            </a:r>
            <a:endParaRPr lang="en-US" sz="2800" dirty="0"/>
          </a:p>
        </p:txBody>
      </p:sp>
      <p:pic>
        <p:nvPicPr>
          <p:cNvPr id="4" name="Image 0" descr="MCP/mcp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2848" y="1783080"/>
            <a:ext cx="7772400" cy="4379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B8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Host(Claude 등) 안의 Client가, USB-C 허브처럼 여러 MCP Server(Slack·Gmail·로컬 등)에 표준 하나로 연결된다.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MCP HOST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Host — 지휘관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698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것을 결정하는 앱 본체. LLM을 품고 있다.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요청 이해·분석 → 필요한 도구 결정 → 작업 계획 수립 → 최종 응답 생성.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Claude Desktop, Cursor.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MCP CLIENT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Client — 중개자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698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Host와 Server 사이를 잇는 커넥터.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MCP 서버와 1:1 연결을 유지한다.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Host 애플리케이션 안에서 실행 — 별도 앱이 아니라 Host의 부품.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직접 실행하지 않고 통신만 중개한다.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MCP SERVER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Server — 실제 도구 제공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데이터·도구를 MCP 표준에 맞게 노출한다. 예: GitHub MCP, Notion MCP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제공하는 3대 프리미티브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834640"/>
          <a:ext cx="10515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649224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Tools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(도구)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호출·데이터 변환 — 모델(LLM)이 호출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Resources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읽기 (자료)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파일·DB·웹 내용 — 앱이 가져와 컨텍스트로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Prompts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템플릿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미리 정의된 명령·워크플로 — 사용자가 호출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방식 (TRANSPORT)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전송 방식 — 2가지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412480"/>
              </a:tblGrid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stdio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 입출력. 같은 PC의 로컬 서버와 1:1 직접 통신, 가장 단순.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예) Claude Desktop이 로컬 파일 시스템에 접근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Streamable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원격 서버와 HTTP로 통신. 필요 시 SSE로 응답을 스트리밍.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예) 인터넷 너머의 원격 MCP 서버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029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7B8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참고: 예전의 'HTTP+SSE 단독' 방식은 구버전(deprecated)으로, 지금은 Streamable HTTP로 통합됨. WebSocket은 공식 표준 전송 방식이 아니다.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짚고 넘어가기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API와 MCP — 같은 점 / 다른 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원격 통신은 HTTP 위에서 동작한다. 하지만 REST API는 아니다 — 메시지 규약은 JSON-RPC.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31720"/>
          <a:ext cx="10515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023360"/>
                <a:gridCol w="4389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REST 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운반 (전송)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HTTP(원격) · stdio(로컬)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URL + GET/POST/PUT/DELETE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 엔드포인트 + JSON-RPC method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 /todos/5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{ "method": "tools/call" }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Bearer · OAuth2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Bearer · OAuth2 (동일)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897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HTTP 토대(전송·인증)는 공유하되, 메시지 규약은 REST가 아니라 JSON-RPC.  (비유: 도로=HTTP · REST=택시 · MCP=버스)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활용과 한계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MCP로 할 수 있는 일 vs 없는 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698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8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MCP는 만능이 아니다.</a:t>
            </a:r>
            <a:endParaRPr lang="en-US" sz="1800" dirty="0"/>
          </a:p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8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적절한 영역에서는 정말 효율적이다.</a:t>
            </a:r>
            <a:endParaRPr lang="en-US" sz="1800" dirty="0"/>
          </a:p>
          <a:p>
            <a:pPr marL="203200" indent="-203200">
              <a:lnSpc>
                <a:spcPct val="105000"/>
              </a:lnSpc>
              <a:spcAft>
                <a:spcPts val="1600"/>
              </a:spcAft>
              <a:buSzPct val="100000"/>
              <a:buChar char="–"/>
            </a:pPr>
            <a:r>
              <a:rPr lang="en-US" sz="18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한계를 아는 것이 성공적 활용의 시작이다.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 vs 불가능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되고, 무엇이 안 되나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 수 있는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 수 없는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011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데이터 접근·조회 (정형 API, 읽기 중심)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자동화·워크플로 (모니터링·알림)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정보 통합·분석 (다중 소스·크로스 플랫폼)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실시간 스트리밍 (밀리초 응답)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상태 의존적 긴 작업 (트랜잭션)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고성능 대용량 계산 (네트워크 오버헤드)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4937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B8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이유: MCP는 요청–응답 패턴 + 네트워크를 거치는 구조이기 때문.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사례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적합한 일 / 부적합한 일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778240"/>
              </a:tblGrid>
              <a:tr h="1280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 ✅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월간 보고서 자동화 — GitHub·Jira·Slack·Sheets MCP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리뷰 자동화 — GitHub·File System·Playwright MCP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부적합 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주식 거래 — 지연·규제·책임 소재 문제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E4C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대용량 비디오 처리 — 메모리·대역폭 한계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보안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사용 시 보안 위협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698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민감한 데이터 노출 — 고객 정보·내부 문서·운영 로그 유출 가능성.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무단 명령 실행 — 인증되지 않은 사용자가 임의 명령을 실행하는 취약점.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키·인증 토큰 탈취 — 키 유출로 비용 청구 또는 데이터 유실.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시스템 침해 — 백도어 설치·리소스 오용으로 시스템 전체 위협.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전략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키·토큰 관리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698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5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키·비밀키는 코드에 직접 쓰지 않고 .env 파일에 분리한다.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5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.env는 .gitignore에 넣어 Git 등 버전 관리에 올라가지 않게 한다.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5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변수 로딩 실패 시 안전한 기본값 제공 또는 예외 처리로 서비스 중단을 막는다.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572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우리 실습에서도 cli_project의 .env를 .gitignore로 제외했다.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관리 (AUTHORIZATION)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권한 원칙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698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55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권한: 파일시스템=읽기전용+특정 디렉토리, DB=SELECT 전용 계정, API=읽기 키 우선.</a:t>
            </a:r>
            <a:endParaRPr lang="en-US" sz="15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55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명령 필터링: 허용 명령만 화이트리스트로 등록, 입력값 검증(SQL·쉘 인젝션 방지).</a:t>
            </a:r>
            <a:endParaRPr lang="en-US" sz="15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55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제어: 사용자 유형별 기능 제한, JWT·OAuth2·세션 인증.</a:t>
            </a:r>
            <a:endParaRPr lang="en-US" sz="15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55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실패 처리: 일반화된 오류 메시지, 반복 실패 시 잠금·차단, 모든 실패 로그 기록.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2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698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= AI를 외부 도구·데이터에 잇는 개방형 표준 ("AI의 USB-C").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3요소: Host(지휘관) · Client(중개자) · Server(도구 제공).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방식: stdio(로컬) · Streamable HTTP(원격).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기능: Tools · Resources · Prompts.</a:t>
            </a:r>
            <a:endParaRPr lang="en-US" sz="160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–"/>
            </a:pPr>
            <a:r>
              <a:rPr lang="en-US" sz="1600" dirty="0">
                <a:solidFill>
                  <a:srgbClr val="3E4C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만능은 아님 — 요청/응답에 맞는 영역에서 강력하며, 키·권한 등 보안이 필수.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핵심 정리</dc:title>
  <dc:subject>PptxGenJS Presentation</dc:subject>
  <dc:creator>AI Study</dc:creator>
  <cp:lastModifiedBy>AI Study</cp:lastModifiedBy>
  <cp:revision>1</cp:revision>
  <dcterms:created xsi:type="dcterms:W3CDTF">2026-07-14T14:14:41Z</dcterms:created>
  <dcterms:modified xsi:type="dcterms:W3CDTF">2026-07-14T14:14:41Z</dcterms:modified>
</cp:coreProperties>
</file>