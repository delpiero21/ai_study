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206240" cy="4206240"/>
          </a:xfrm>
          <a:prstGeom prst="ellipse">
            <a:avLst/>
          </a:prstGeom>
          <a:solidFill>
            <a:srgbClr val="163B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modelcontextprotocol.io · 공식 소개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애플리케이션을 외부 시스템에 연결하는 오픈소스 표준 (한글 정리)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 애플리케이션을 위한 USB-C 포트"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IS MCP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 무엇인가?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  </a:t>
            </a:r>
            <a:pPr indent="0" marL="0">
              <a:buNone/>
            </a:pPr>
            <a:r>
              <a:rPr lang="en-US" sz="160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애플리케이션(Claude·ChatGPT 등)을 외부 시스템에 연결하는 오픈소스 표준.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84448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파일 · 데이터베이스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02252" y="2743200"/>
            <a:ext cx="3584448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657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6572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엔진 · 계산기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55864" y="2743200"/>
            <a:ext cx="3584448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0184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30184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특화된 프롬프트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USB-C가 기기를 잇는 표준이듯, MCP는 AI를 외부 시스템에 잇는 표준이다.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무엇을 할 수 있나?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5896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개인화된 비서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Google Calendar·Notion에 접근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2784" y="1554480"/>
            <a:ext cx="545896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2824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5928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2904" y="1847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앱 생성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38544" y="2468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Code가 Figma 디자인으로 웹앱 전체 생성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5896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95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데이터 분석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챗봇이 여러 DB에 연결 → 채팅으로 분석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72784" y="3703320"/>
            <a:ext cx="545896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2824" y="4023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59282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2904" y="3995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제작·출력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38544" y="4617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Blender로 3D 디자인 → 3D 프린터 출력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왜 중요한가?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23360" y="160020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앱·에이전트를 만들거나 통합할 때 개발 시간과 복잡도를 줄여준다.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108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앱 / 에이전트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023360" y="3108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데이터·도구·앱 생태계에 접근해 능력을 강화하고 UX를 개선한다.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617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사용자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023360" y="461772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유능한 AI가 내 데이터에 접근하고 필요할 때 나를 대신해 작업한다.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폭넓은 생태계 지원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다양한 클라이언트·서버가 지원하는 오픈 프로토콜이다.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945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56916" y="219456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56916" y="21945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965192" y="219456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21945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73468" y="219456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3468" y="21945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381744" y="219456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81744" y="219456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MCPJam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once, integrate everywhere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만들면 어디서나 통합 — 내 MCP 서버를 어느 클라이언트에든 그대로 붙일 수 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BUILDING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84448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만들기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데이터·도구를 노출하는 MCP 서버 제작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02252" y="1645920"/>
            <a:ext cx="3584448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22292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만들기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2292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서버에 연결하는 애플리케이션 개발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55864" y="1645920"/>
            <a:ext cx="3584448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75904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앱 만들기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75904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클라이언트 안에서 실행되는 앱 제작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0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알아보기   </a:t>
            </a:r>
            <a:pPr indent="0" marL="0"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개념·아키텍처 → modelcontextprotocol.io/docs/learn/architecture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163B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정리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= AI를 외부 데이터·도구·워크플로에 잇는 개방형 표준.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만들면 어디서나 쓴다.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https://modelcontextprotocol.io/docs/getting-started/intro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공식 소개</dc:title>
  <dc:subject>PptxGenJS Presentation</dc:subject>
  <dc:creator>AI Study</dc:creator>
  <cp:lastModifiedBy>AI Study</cp:lastModifiedBy>
  <cp:revision>1</cp:revision>
  <dcterms:created xsi:type="dcterms:W3CDTF">2026-07-05T06:13:26Z</dcterms:created>
  <dcterms:modified xsi:type="dcterms:W3CDTF">2026-07-05T06:13:26Z</dcterms:modified>
</cp:coreProperties>
</file>