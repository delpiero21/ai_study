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C86D0-D000-265C-0422-040245DED8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341AA6-967C-AF66-E615-DF40DF826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B4B736-BD2C-27D0-6ABF-56A3CE535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D99D-79A2-4140-A71A-17F7DE68D6B9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D1DA7F-3D8D-1AEB-5B2F-882328516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8C6DAC-2DD9-FCD5-9BE8-911C2D596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85AB8-2680-446D-8129-DACB76393D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558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12FFD0-50E7-BAC1-159B-77E481592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640FD3-6350-BBD7-AF8D-208F6FFC6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7DD885-AE20-5879-5560-E0FFD3B1F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D99D-79A2-4140-A71A-17F7DE68D6B9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031804-3F8D-DBF5-C252-F330B002B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37DC0F-1B2E-9E5C-7E3F-0D240DF1D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85AB8-2680-446D-8129-DACB76393D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098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B5FD23-BE70-1A1E-FEBE-6FBBB0DF7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397716-B5CC-D583-F78E-D73991D33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D40BFF-73BB-1339-1EA7-4B08EC442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D99D-79A2-4140-A71A-17F7DE68D6B9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BBBDDE-931F-BC1C-0E97-CD0F7A799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6AC1FE-CB8B-2FEE-05D0-71506607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85AB8-2680-446D-8129-DACB76393D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2849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CB769-3AC4-4737-FC80-7B986CCA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E11ABB-274E-84C7-93FA-C81F056D1B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DCB233-1B1C-2887-BBAE-9EDD7E84D5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8D20CE-751A-819A-B2D0-3864012ED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D99D-79A2-4140-A71A-17F7DE68D6B9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FE97AA-AA89-46A5-EC58-D45617E23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78D2D3-A4B4-3A87-380D-ADB44BB72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85AB8-2680-446D-8129-DACB76393D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690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04B5C8-7F49-C221-62A0-92A5A36FA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9C1C1C-CCE5-8E1F-0223-34FAE5754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9D08DF-DF88-695F-EFC3-A420B9DE67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A84248D-4DBF-AC37-051C-1ED8DA013C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EBA8E6-018D-1B9A-DB39-AC9D999568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19132E9-5098-29BD-D7E7-AA62A164B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D99D-79A2-4140-A71A-17F7DE68D6B9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1496457-1E89-4D11-B44B-174DCC32B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6FA3DB7-FC72-0EE4-B2B0-1036C016C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85AB8-2680-446D-8129-DACB76393D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83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F65FBA-7C10-5EC0-8019-CA6EF457A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774F1A-6FB2-3BED-A772-9489377AC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D99D-79A2-4140-A71A-17F7DE68D6B9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C01CF6-5CF1-D2C6-7FF5-D9D66A414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D6132BB-F060-3A24-3788-6C9D84C10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85AB8-2680-446D-8129-DACB76393D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42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FD794EE-03E2-95D4-606E-FF29846B8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D99D-79A2-4140-A71A-17F7DE68D6B9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EF9904F-A2BE-8B21-160A-42E4763B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7FCFF8-AF6B-F212-4120-4D3063515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85AB8-2680-446D-8129-DACB76393D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127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D84C81-3E92-DF91-4B97-41E39B583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068882-6304-F1FB-3792-914BE76BC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64DE60-E735-170E-9A64-65BB222E3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0AD8C7-18D4-2F7D-B31A-A06704C29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D99D-79A2-4140-A71A-17F7DE68D6B9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B32D29-8116-351E-2772-E16AB9EE9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98D210-4E9D-7678-26C8-DC057772B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85AB8-2680-446D-8129-DACB76393D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24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001EA1-87F2-AF72-F98A-B0D97B00A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18A9367-C28D-30C1-A507-A3B8671549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292FB3-D91E-6F32-B317-87D892F9B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ABE319-00D7-0C14-9AA4-CC0430751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D99D-79A2-4140-A71A-17F7DE68D6B9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1105EA-6C18-D968-3133-36E274004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97BC4C-4A65-F9A3-EF34-CE3011FC9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85AB8-2680-446D-8129-DACB76393D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677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926E28-23AB-03B2-0267-99A7AF5EF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BEDB07-3DD4-3F28-33BE-BBC16145D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E5E01B-BCD8-D129-3578-CAC9AC819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D99D-79A2-4140-A71A-17F7DE68D6B9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38AB36-DA6E-23B4-6048-456AD50D2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0AA817-2931-4432-2F45-BC5DB3EEE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85AB8-2680-446D-8129-DACB76393D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0380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F329A4-C497-B600-B789-747575F1F4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342D3F-948C-6600-CBA7-BBB73D46AD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FD5D3B-36C6-D0D4-4993-6374DD98D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D99D-79A2-4140-A71A-17F7DE68D6B9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254DC0-DF87-7DCC-E677-A8DDCD1F2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BEC5CE-23DE-211E-AEA5-E4456FAE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85AB8-2680-446D-8129-DACB76393D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523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F54014E-CF7E-4BD3-FF1A-5AA337BF3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FB9B72-267B-5C55-9565-E265F33CF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3B8BAC-F978-6858-F5AE-D2308DA27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0D99D-79A2-4140-A71A-17F7DE68D6B9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734276-3B82-E306-00CE-251E468784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D7DBBD-DCB8-0481-8964-8D7625B914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85AB8-2680-446D-8129-DACB76393D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092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760A40D-7D70-D8B9-4BD6-6DE29830F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99" y="634298"/>
            <a:ext cx="3817951" cy="153175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A22CCED-3A78-FA6F-D82C-A59B882B8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546" y="733424"/>
            <a:ext cx="5387807" cy="203471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EC30F7E-A94C-310C-FE40-D5429571F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8350" y="2768140"/>
            <a:ext cx="6104149" cy="176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505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4122528-B1F5-5886-4EE9-8EDC352A3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048" y="1207744"/>
            <a:ext cx="4648603" cy="59441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0B94C3D-0446-ADAE-D568-5BDF22682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1080" y="2173578"/>
            <a:ext cx="5989839" cy="62489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05A3FEE-EAEB-6CBB-A557-0A0DAFA04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117" y="2981325"/>
            <a:ext cx="4892464" cy="232430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5753DF5-E455-E6B3-61E5-045D0CBBAD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2665" y="5488479"/>
            <a:ext cx="4618120" cy="51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74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B456DD4-45C7-3CBC-2F32-792026E75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064" y="1725782"/>
            <a:ext cx="6591871" cy="340643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8286082-2660-629B-A384-000F941CD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580" y="5225388"/>
            <a:ext cx="1158340" cy="61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726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E4C12-4BB8-A98C-138B-BFBA8F0ED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FFB2C43-991E-66BF-6EA0-C4742395A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400" y="495247"/>
            <a:ext cx="3147333" cy="121930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10A8428-083D-5F7F-810A-E58D29536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489" y="495247"/>
            <a:ext cx="3475021" cy="172226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F7DFCB6-4B55-2BC5-86AA-72CFB8A8A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315" y="645741"/>
            <a:ext cx="3406435" cy="124216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9CAB4B-B5EE-1549-D095-9204AF6F53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1833" y="2621210"/>
            <a:ext cx="3368332" cy="161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510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276ADE5-6F0F-AA92-0373-F2DCC5153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522" y="304770"/>
            <a:ext cx="2141406" cy="6858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B5D2457-58BF-3CE3-A12A-415ADD577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421" y="990629"/>
            <a:ext cx="3543607" cy="12726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4FC2F93-BED1-9D3A-DE79-91C3E91B1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6308" y="2440251"/>
            <a:ext cx="2705334" cy="123454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2693297-CF99-6047-D7D6-3F2BD898B8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5333" y="3851770"/>
            <a:ext cx="3017782" cy="15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404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24444-EE0E-B25A-374D-CF3305A90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6C7361D9-20C3-00E2-8B6B-1DCFB2568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92" y="470395"/>
            <a:ext cx="4168501" cy="261388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FCCABD3-050B-9876-D412-D26EDF91B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967" y="2990797"/>
            <a:ext cx="6515665" cy="321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921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EB219-2108-CBB6-AA99-4EF34BA90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F62ADF8-9453-8993-CD62-9004CA786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667" y="1657196"/>
            <a:ext cx="6294665" cy="354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5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B725E-1C70-90A4-F7A5-6BF1D5AAB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5CFBFCC-4EC1-2BA1-8A35-BACF27CBA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459" y="529473"/>
            <a:ext cx="5845047" cy="244623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F341DD5-0074-20D0-7018-3C4F4C73C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3459" y="3091720"/>
            <a:ext cx="6005080" cy="217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012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B8BC5-250E-FBAA-B679-354D9C238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1795351-79BF-CAF8-4122-6A42B9CFB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294" y="411449"/>
            <a:ext cx="3711262" cy="70110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397EDA3-0E41-6506-B1D9-C44921452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6305" y="1954402"/>
            <a:ext cx="6119390" cy="294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546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7E5D6-64BD-5FCC-C04B-FFE6ECB03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1625230-6918-B1A5-F967-74E5AC6F4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382" y="1925830"/>
            <a:ext cx="6523285" cy="28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423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B6969-9B89-6B8D-63FE-39DD61603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9EDF701-FB08-B611-DBE4-26642AFAE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782" y="542927"/>
            <a:ext cx="6492803" cy="268247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B3BCEC1-9F3E-BF7E-CA22-3C4C7C037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74" y="3632602"/>
            <a:ext cx="6552142" cy="268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4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4D5F1-F68C-AF91-4FA9-08675FBE8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82E9CE5-836E-6C77-13B8-DD6E35FE4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495" y="316117"/>
            <a:ext cx="6492803" cy="260626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5A780FB-C863-C238-F22C-7BCD67F4F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495" y="2922383"/>
            <a:ext cx="6454699" cy="341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356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8B54A-378B-190D-9102-1B6A6705C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ABA4894-1DC9-90AB-8F66-3D0799A91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443" y="2148729"/>
            <a:ext cx="6607113" cy="256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546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E4991-9AE8-BDB1-FAE5-2B246E55F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1B6AA86-CED1-A5E2-6752-B181CDF10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752" y="2019178"/>
            <a:ext cx="5494496" cy="281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380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28561-BC28-1B83-8648-F0B0B094D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1AE0837-4370-7362-F847-4C6E7CC06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045" y="2087764"/>
            <a:ext cx="5425910" cy="268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534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5AB51-BB8B-E7CC-19C0-C561B54D2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1C3A1C5-8DE2-E00B-1018-74876E80F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078" y="2179211"/>
            <a:ext cx="4663844" cy="249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320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12184-DDE7-1B26-07DE-8887A42A7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D6536F7-C851-8B7D-80DF-0E814FF5F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425" y="401936"/>
            <a:ext cx="4389500" cy="43437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FF07A17-EC1B-A7CD-3092-8ABE70002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251" y="1093408"/>
            <a:ext cx="3779848" cy="143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162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3E14E-8E56-101B-8764-9CBF57E41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5DCC837-8128-7895-4037-D8CBA06DB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747" y="504669"/>
            <a:ext cx="6180356" cy="218713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F101639-DFFD-D2FC-234C-12D5F8905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385" y="3569876"/>
            <a:ext cx="6005080" cy="215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534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D6BAC-7741-779A-046C-CAB2C0DE2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4699C01-624C-331D-8036-290553DE0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64" y="163715"/>
            <a:ext cx="3254022" cy="264436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5823C9A-DB47-B3B7-8EAE-1EB997B46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349" y="0"/>
            <a:ext cx="2895851" cy="281964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EC21281-2A8F-6B9D-8C07-72949ACA9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656" y="3274575"/>
            <a:ext cx="2613887" cy="27663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D535FFF-17C3-82E9-057D-368B9AE95A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4721" y="3274575"/>
            <a:ext cx="2400508" cy="278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7267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343C1-FCDB-E20E-869E-2D7B7B18A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CA943A0-3890-B9DF-3813-AC482C8DC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77" y="420981"/>
            <a:ext cx="2248095" cy="54868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D6CFCC9-0790-EB4E-62AD-27357D6B5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616" y="969669"/>
            <a:ext cx="3086367" cy="46486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6C84B15-9471-791F-919F-5F25E363B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8684" y="1518357"/>
            <a:ext cx="6134632" cy="160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314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8A755-4930-53D9-A6F5-BC227AA76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43A1D66-A929-13BF-C532-9F5C7B56E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242" y="382878"/>
            <a:ext cx="1905165" cy="62489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F379621-9BBF-1F44-4265-027F95CDB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729" y="1173285"/>
            <a:ext cx="4625741" cy="225571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FA581A0-D596-ED4B-E6ED-4D097F05A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465" y="3429000"/>
            <a:ext cx="3696020" cy="260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274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747D5-F9CC-5603-0C88-03367BADE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3CFE9D1-C128-EDCC-2995-3E45F8D9E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043" y="239943"/>
            <a:ext cx="4541914" cy="19966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E5CE5AA-8605-D6C5-87B4-BE5C58D6C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544" y="2844070"/>
            <a:ext cx="4854361" cy="217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5707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5B830-17A1-4BAA-8791-63C630F2C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FFA2173-FFB6-AA96-5006-762B066C5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108" y="220953"/>
            <a:ext cx="3627434" cy="62489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756F14D-64CB-F716-0DCB-9F3CE83CC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8853" y="1005747"/>
            <a:ext cx="4534293" cy="214140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377AC56-4FA3-4DF8-B21F-EE60F1EAC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8853" y="3501302"/>
            <a:ext cx="4610500" cy="202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448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0</Words>
  <Application>Microsoft Office PowerPoint</Application>
  <PresentationFormat>와이드스크린</PresentationFormat>
  <Paragraphs>0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형진 김</dc:creator>
  <cp:lastModifiedBy>형진 김</cp:lastModifiedBy>
  <cp:revision>62</cp:revision>
  <dcterms:created xsi:type="dcterms:W3CDTF">2026-07-05T07:40:04Z</dcterms:created>
  <dcterms:modified xsi:type="dcterms:W3CDTF">2026-07-05T10:51:31Z</dcterms:modified>
</cp:coreProperties>
</file>