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206240" cy="420624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ANTHROPIC ACADEMY · 강의노트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강의노트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 to Model Context Protocol — 한글 정리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Tools · Resources · Prompts  /  서버 + 클라이언트 직접 구현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강의 구성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3152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4개 섹션 · 핵심 11개 레슨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600200" y="1856232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Introduction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212080" y="1691640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MCP란? · 클라이언트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48640" y="2862072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68680" y="3136392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1363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00200" y="3026664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만들기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2862072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설정 · 도구 정의 · Inspector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48640" y="4032504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68680" y="4306824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43068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00200" y="41970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연결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212080" y="4032504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구현 · 리소스 · 프롬프트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48640" y="5202936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F1F5F9"/>
          </a:solidFill>
          <a:ln/>
          <a:effectLst>
            <a:outerShdw sx="100000" sy="100000" kx="0" ky="0" algn="bl" rotWithShape="0" blurRad="88900" dist="38100" dir="54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68680" y="5477256"/>
            <a:ext cx="502920" cy="50292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" y="547725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600200" y="5367528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 (Wrap up)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5202936"/>
            <a:ext cx="62179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프리미티브 리뷰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MCP란? (Introducing MCP)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도구를 별도 서버로 분리한 통신 표준 — 도구를 매번 직접 코딩하는 수고를 없앤다.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구조: 클라이언트 ↔ 서버 (서버 안에 tools·resources·prompts)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정의·실행을 개발자 코드에서 MCP 서버로 분리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보통 서비스 제공사가 공식 MCP 서버를 제작·배포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use와 같은 게 아니라 상호보완 (누가 도구를 만드냐에 초점)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학습용이라 클라이언트·서버를 둘 다 구현한다 (실무는 보통 한쪽만)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1 · INTRODUCTION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클라이언트 (MCP Clients)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 서버와 MCP 서버 사이의 중개자. 도구를 직접 실행하지 않고 통신만 잇는다.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전송 방식 무관: stdio · HTTP · WebSocket (흔히 stdio)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메시지: list tools(도구 목록) · call tool(실행)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흐름: 목록 요청 → Claude에 전달 → 실행 요청 → 결과 회신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클라이언트는 실행 주체가 아니라 통신 중개자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mcp_client.py 가 이 중개자. chat.py(루프)가 목록·실행을 요청한다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2 · 서버 만들기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설정 (Project Setup)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클라이언트·서버를 한 프로젝트에 같이 만드는 학습용 CLI 챗봇.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가짜 문서를 메모리에만 저장 (영속성 없음)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도구 2개: 문서 읽기 · 문서 수정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준비: zip 해제 → .env에 API 키 → 의존성 설치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실행: uv run main.py (또는 python main.py)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 받은 그 프로젝트. .env에 ANTHROPIC_API_KEY·CLAUDE_MODEL 필요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2 · 서버 만들기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도구 정의 (Defining Tools)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@mcp.tool 데코레이터로 함수를 도구화. JSON 스키마는 SDK가 자동 생성.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read_doc_contents: doc_id 받아 내용 반환 (없으면 ValueError)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edit_document: doc_id·old·new 받아 find/replace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Field(description=...) 로 인자 설명 (pydantic)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패턴: 데코레이터 → 함수 → 타이핑 → 검증 → 로직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mcp_server.py 의 TODO 'read a doc / edit a doc' 두 도구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2 · 서버 만들기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Inspector (The Server Inspector)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앱에 붙이지 않고 브라우저에서 서버를 테스트하는 디버거.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실행: mcp dev mcp_server.py → localhost:6274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Connect → Tools 탭 → 파라미터 입력 → Run Tool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별도 스크립트 없이 즉시 반복 테스트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Claude 연결 전 검증 단계 (UI는 계속 개선 중)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TODO 채울 때마다 mcp dev 로 검증 → 통과하면 다음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· 클라이언트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 구현 (Implementing a Client)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세션(연결)을 감싼 래퍼 클래스. list_tools·call_tool은 세션에 위임한다.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세션 = SDK가 주는 실제 연결 (닫을 때 정리 필요)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list_tools → session().list_tools() 의 .tools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call_tool → session().call_tool(name, input)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함수는 세션에 일을 떠넘기는 얇은 래퍼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mcp_client.py TODO. uv run mcp_client.py 로 연결·목록 확인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· 클라이언트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정의 (Defining Resources)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Resources = 읽기용 데이터를 노출하는 기능. HTTP의 GET과 같다.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Direct(고정 URI): docs://documents — 목록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Templated({doc_id}): docs://documents/{doc_id} — 단건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@mcp.resource + mime_type (json / text)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{param}은 함수 인자로 자동 전달, 반환값 자동 직렬화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mcp_server.py 리소스 2개 (≈ GET /todos, GET /todos/{id})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· 클라이언트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리소스 접근 (Accessing Resources)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클라이언트가 리소스를 읽어 와 mime_type 보고 파싱한다.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read_resource → session().read_resource(AnyUrl(uri))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contents[0] 꺼내 mime_type 확인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json이면 json.loads, 아니면 text 그대로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@멘션한 문서를 프롬프트에 자동 주입 (도구 불필요)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mcp_client.py read_resource. cli_chat.py 의 @멘션 처리가 사용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· 클라이언트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프롬프트 정의 (Defining Prompts)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Prompts = 서버가 제공하는 검증된 프롬프트 템플릿. 슬래시 명령으로 호출.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 제작자가 도메인 맞춤 고품질 프롬프트를 미리 작성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@mcp.prompt(name, description) + 인자(doc_id)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메시지 리스트(user/assistant) 반환 → Claude에 전달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/format → 문서 선택 → 전용 프롬프트 → Claude가 처리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mcp_server.py 프롬프트(format). cli_chat.py 의 /명령어가 호출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3 · 클라이언트 연결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클라이언트의 프롬프트 (Prompts in the Client)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63040"/>
            <a:ext cx="11091672" cy="868680"/>
          </a:xfrm>
          <a:prstGeom prst="roundRect">
            <a:avLst>
              <a:gd name="adj" fmla="val 8421"/>
            </a:avLst>
          </a:prstGeom>
          <a:solidFill>
            <a:srgbClr val="E1F5EE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46304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6E5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줄 요약   </a:t>
            </a:r>
            <a:pPr indent="0" marL="0">
              <a:lnSpc>
                <a:spcPct val="105000"/>
              </a:lnSpc>
              <a:buNone/>
            </a:pPr>
            <a:r>
              <a:rPr lang="en-US" sz="1550" dirty="0">
                <a:solidFill>
                  <a:srgbClr val="0434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클라이언트에서 프롬프트 목록·가져오기 구현. 인자를 넘기면 서버가 템플릿에 끼워 넣는다.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1069848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list_prompts → session().list_prompts() 의 .prompts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get_prompt(name, args) → 의 .messages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인자 → 프롬프트 함수 인자 → 템플릿에 보간</a:t>
            </a:r>
            <a:endParaRPr lang="en-US" sz="165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50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/format report.pdf → 문서 ID가 삽입되어 전달</a:t>
            </a:r>
            <a:endParaRPr lang="en-US" sz="1650" dirty="0"/>
          </a:p>
        </p:txBody>
      </p:sp>
      <p:sp>
        <p:nvSpPr>
          <p:cNvPr id="7" name="Shape 5"/>
          <p:cNvSpPr/>
          <p:nvPr/>
        </p:nvSpPr>
        <p:spPr>
          <a:xfrm>
            <a:off x="548640" y="56235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F2A3F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56235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cli_project 연결   </a:t>
            </a:r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mcp_client.py 의 list_prompts / get_prompt TODO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섹션 4 · 정리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9494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3대 프리미티브 — 누가 주도하느냐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9167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103120"/>
                <a:gridCol w="1645920"/>
                <a:gridCol w="5513832"/>
              </a:tblGrid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프리미티브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제어 주체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누구를 위해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 / 예시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Tools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모델(Claude)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모델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Claude에 능력 추가 (예: 계산용 코드 실행)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Resources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 코드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데이터를 앱으로 (UI·프롬프트 보강, 예: 문서 목록)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Prompts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사용자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정해진 워크플로 (예: 채팅 시작 버튼·슬래시 명령)</a:t>
                      </a:r>
                      <a:endParaRPr lang="en-US" sz="15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1600" marR="101600" marT="50800" marB="50800" anchor="ctr">
                    <a:lnL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2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512064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고를 때:  Claude 능력 필요 → Tools  /  앱 데이터 필요 → Resources  /  사용자 워크플로 필요 → Prompts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2A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480560"/>
            <a:ext cx="3840480" cy="3840480"/>
          </a:xfrm>
          <a:prstGeom prst="ellipse">
            <a:avLst/>
          </a:prstGeom>
          <a:solidFill>
            <a:srgbClr val="163B57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737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5EEA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문장 정리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332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MCP 서버에 Tools·Resources·Prompts를 정의하고,</a:t>
            </a:r>
            <a:endParaRPr lang="en-US" sz="2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클라이언트(세션 래퍼)로 호출해 Claude와 연결한다.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3840480"/>
            <a:ext cx="10332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tool calling 루프는 그대로, 도구의 정의·실행만 별도 서버로 표준화한 것.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5760720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강의: DeepLearning.AI — MCP: Build Rich-Context AI Apps (원격 배포까지)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MCP 강의노트</dc:title>
  <dc:subject>PptxGenJS Presentation</dc:subject>
  <dc:creator>AI Study</dc:creator>
  <cp:lastModifiedBy>AI Study</cp:lastModifiedBy>
  <cp:revision>1</cp:revision>
  <dcterms:created xsi:type="dcterms:W3CDTF">2026-06-30T14:52:47Z</dcterms:created>
  <dcterms:modified xsi:type="dcterms:W3CDTF">2026-06-30T14:52:47Z</dcterms:modified>
</cp:coreProperties>
</file>